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Tuesday, March 25,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3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Tuesday, March 25,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43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Tuesday, March 25,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443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Tuesday, March 25,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65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Tuesday, March 25,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303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Tuesday, March 25,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55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Tuesday, March 25,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9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Tuesday, March 25,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7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Tuesday, March 25,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72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Tuesday, March 25,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1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Tuesday, March 25,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30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Tuesday, March 25, 2025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‹Nº›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46992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14" r:id="rId4"/>
    <p:sldLayoutId id="2147483715" r:id="rId5"/>
    <p:sldLayoutId id="2147483720" r:id="rId6"/>
    <p:sldLayoutId id="2147483716" r:id="rId7"/>
    <p:sldLayoutId id="2147483717" r:id="rId8"/>
    <p:sldLayoutId id="2147483718" r:id="rId9"/>
    <p:sldLayoutId id="2147483719" r:id="rId10"/>
    <p:sldLayoutId id="214748372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3" descr="Wavy 3D art">
            <a:extLst>
              <a:ext uri="{FF2B5EF4-FFF2-40B4-BE49-F238E27FC236}">
                <a16:creationId xmlns:a16="http://schemas.microsoft.com/office/drawing/2014/main" id="{6FA5180A-4384-38F7-BB57-740E803908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25"/>
          <a:stretch/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0BC0CF-2147-D8FB-624D-9450CABCA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825" y="2950387"/>
            <a:ext cx="3077044" cy="3531403"/>
          </a:xfrm>
        </p:spPr>
        <p:txBody>
          <a:bodyPr anchor="t">
            <a:normAutofit/>
          </a:bodyPr>
          <a:lstStyle/>
          <a:p>
            <a:pPr algn="r"/>
            <a:r>
              <a:rPr lang="es-CO" sz="1400" b="1" i="0" dirty="0">
                <a:solidFill>
                  <a:srgbClr val="1D2125"/>
                </a:solidFill>
                <a:effectLst/>
                <a:latin typeface="-apple-system"/>
              </a:rPr>
              <a:t>Explorando Componentes</a:t>
            </a:r>
            <a:br>
              <a:rPr lang="es-CO" sz="1400" b="1" i="0" dirty="0">
                <a:solidFill>
                  <a:srgbClr val="1D2125"/>
                </a:solidFill>
                <a:effectLst/>
                <a:latin typeface="-apple-system"/>
              </a:rPr>
            </a:br>
            <a:endParaRPr lang="es-CO" sz="32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CDFF5C-1550-56C5-668D-014A8A53F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r>
              <a:rPr lang="es-CO" sz="1200" dirty="0">
                <a:solidFill>
                  <a:schemeClr val="bg1"/>
                </a:solidFill>
              </a:rPr>
              <a:t>Carlos Andres Trujillo</a:t>
            </a:r>
          </a:p>
          <a:p>
            <a:pPr algn="r"/>
            <a:endParaRPr lang="es-CO" sz="1200" dirty="0">
              <a:solidFill>
                <a:schemeClr val="bg1"/>
              </a:solidFill>
            </a:endParaRPr>
          </a:p>
          <a:p>
            <a:pPr algn="r"/>
            <a:r>
              <a:rPr lang="es-CO" sz="1200" dirty="0">
                <a:solidFill>
                  <a:schemeClr val="bg1"/>
                </a:solidFill>
              </a:rPr>
              <a:t>Juan Sebastián Murcia</a:t>
            </a:r>
          </a:p>
        </p:txBody>
      </p:sp>
    </p:spTree>
    <p:extLst>
      <p:ext uri="{BB962C8B-B14F-4D97-AF65-F5344CB8AC3E}">
        <p14:creationId xmlns:p14="http://schemas.microsoft.com/office/powerpoint/2010/main" val="3994122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9F84B-344F-26AC-2F2A-4B24EA7DE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0" i="0" dirty="0">
                <a:solidFill>
                  <a:srgbClr val="1D2125"/>
                </a:solidFill>
                <a:effectLst/>
                <a:latin typeface="-apple-system"/>
              </a:rPr>
              <a:t>¿Qué es un componente?</a:t>
            </a:r>
            <a:br>
              <a:rPr lang="es-CO" b="0" i="0" dirty="0">
                <a:solidFill>
                  <a:srgbClr val="1D2125"/>
                </a:solidFill>
                <a:effectLst/>
                <a:latin typeface="-apple-system"/>
              </a:rPr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D009C5-BF9E-343C-9B40-513EED8AA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Es una unidad que es reutilizable dentro de un sistema mas grande, este puede representar una parte funcional del sistema, por ende </a:t>
            </a:r>
            <a:r>
              <a:rPr lang="es-MX" dirty="0"/>
              <a:t>es una unidad de código independiente que cumple una función específica y se puede reutilizar en diferentes aplicaciones como por ejemplo un botón de formulario.</a:t>
            </a:r>
          </a:p>
          <a:p>
            <a:r>
              <a:rPr lang="es-MX" dirty="0"/>
              <a:t>En angular un componente es una clase de </a:t>
            </a:r>
            <a:r>
              <a:rPr lang="es-MX" dirty="0" err="1"/>
              <a:t>typescript</a:t>
            </a:r>
            <a:r>
              <a:rPr lang="es-MX" dirty="0"/>
              <a:t> el cual controla una vista especifica del código, este componente tiene tres características indispensables.</a:t>
            </a:r>
          </a:p>
          <a:p>
            <a:r>
              <a:rPr lang="es-CO" dirty="0"/>
              <a:t>HTML (Plantilla - View)</a:t>
            </a:r>
            <a:endParaRPr lang="es-MX" dirty="0"/>
          </a:p>
          <a:p>
            <a:r>
              <a:rPr lang="es-CO" dirty="0"/>
              <a:t>CSS (Estilos)</a:t>
            </a:r>
            <a:endParaRPr lang="es-MX" dirty="0"/>
          </a:p>
          <a:p>
            <a:r>
              <a:rPr lang="es-CO" dirty="0" err="1"/>
              <a:t>TypeScript</a:t>
            </a:r>
            <a:r>
              <a:rPr lang="es-CO" dirty="0"/>
              <a:t> (Lógica - </a:t>
            </a:r>
            <a:r>
              <a:rPr lang="es-CO" dirty="0" err="1"/>
              <a:t>Controller</a:t>
            </a:r>
            <a:r>
              <a:rPr lang="es-CO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65526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B2F92-F802-61AC-3CDA-0775DF5F2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0" dirty="0"/>
              <a:t>¿Para que sirve?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1FFC34-4590-F8D3-4F6E-5F3BCFF4E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Estos sirven principalmente para ayudar en la estructuración de un sistema complejo de manera modular y reutilizable por ende organiza el código en piezas reutilizables y fáciles de mantener. </a:t>
            </a:r>
          </a:p>
          <a:p>
            <a:r>
              <a:rPr lang="es-CO" dirty="0"/>
              <a:t>Por ejemplo un componente en angular permite construir </a:t>
            </a:r>
            <a:r>
              <a:rPr lang="es-MX" dirty="0"/>
              <a:t>interfaces de usuario dividiéndolas en partes más pequeñas como botones, tarjetas, formularios, etc.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65787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5BA1C-02E3-E68D-16FB-2A791552E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0" i="0" dirty="0">
                <a:solidFill>
                  <a:srgbClr val="1D2125"/>
                </a:solidFill>
                <a:effectLst/>
                <a:latin typeface="-apple-system"/>
              </a:rPr>
              <a:t>¿Cómo se usa en el framework asignado?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16A7FA-AF5C-74B7-00F5-F31D15E5E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Para utilizar un componente en angular primero se debe generar con el comando ng g c nombre-del-componente.</a:t>
            </a:r>
          </a:p>
          <a:p>
            <a:r>
              <a:rPr lang="es-CO" dirty="0"/>
              <a:t>Se debe agregar al Componente principal o al de otro componente usando su selector.</a:t>
            </a:r>
          </a:p>
          <a:p>
            <a:r>
              <a:rPr lang="es-CO" dirty="0"/>
              <a:t>Agregamos imput en el componente para usarlo en el componente padre o en cualquier lugar en el cual deseamos usarlo.</a:t>
            </a:r>
          </a:p>
          <a:p>
            <a:r>
              <a:rPr lang="es-CO" dirty="0"/>
              <a:t>Por último se ejecuta la aplicación con (ng serve)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40853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9872F-2A01-9FD4-192C-043174ACB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MX" b="0" i="0" dirty="0">
                <a:solidFill>
                  <a:srgbClr val="1D2125"/>
                </a:solidFill>
                <a:effectLst/>
                <a:latin typeface="-apple-system"/>
              </a:rPr>
            </a:br>
            <a:r>
              <a:rPr lang="es-MX" b="0" i="0" dirty="0">
                <a:solidFill>
                  <a:srgbClr val="1D2125"/>
                </a:solidFill>
                <a:effectLst/>
                <a:latin typeface="-apple-system"/>
              </a:rPr>
              <a:t>¿Cuándo no es recomendable usarlo?</a:t>
            </a:r>
            <a:br>
              <a:rPr lang="es-MX" b="0" i="0" dirty="0">
                <a:solidFill>
                  <a:srgbClr val="1D2125"/>
                </a:solidFill>
                <a:effectLst/>
                <a:latin typeface="-apple-system"/>
              </a:rPr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619904-36DE-7E31-5132-ABB8D72FA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Si un componente solo se usará en una sola parte de la aplicación y no aporta modularidad, es posible que no sea necesario.</a:t>
            </a:r>
          </a:p>
          <a:p>
            <a:r>
              <a:rPr lang="es-MX" dirty="0"/>
              <a:t>Un componente no debe contener toda la lógica de negocio, sino solo la relacionada con la vista.</a:t>
            </a:r>
          </a:p>
          <a:p>
            <a:r>
              <a:rPr lang="es-MX" dirty="0"/>
              <a:t>Si se crean demasiados componentes sin necesidad, se puede complicar la estructura del proyecto.</a:t>
            </a:r>
          </a:p>
          <a:p>
            <a:r>
              <a:rPr lang="es-MX" dirty="0"/>
              <a:t>Si un componente maneja datos, UI y lógica al mismo tiempo, se vuelve difícil de mantener.</a:t>
            </a:r>
          </a:p>
          <a:p>
            <a:r>
              <a:rPr lang="es-MX" dirty="0"/>
              <a:t>Si dos componentes son casi idénticos, puede ser mejor opción usar directivas estructurales o inputs dinámicos en lugar de duplicar código.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99299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72166E-3BA3-5048-3E39-8FC088C69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81317"/>
            <a:ext cx="4029376" cy="3406187"/>
          </a:xfrm>
        </p:spPr>
        <p:txBody>
          <a:bodyPr vert="horz" lIns="0" tIns="0" rIns="0" bIns="0" rtlCol="0" anchor="b">
            <a:normAutofit/>
          </a:bodyPr>
          <a:lstStyle/>
          <a:p>
            <a:pPr algn="r"/>
            <a:r>
              <a:rPr lang="en-US" sz="3200" spc="750" dirty="0">
                <a:solidFill>
                  <a:schemeClr val="bg1"/>
                </a:solidFill>
              </a:rPr>
              <a:t>Creacion</a:t>
            </a:r>
            <a:br>
              <a:rPr lang="en-US" sz="3200" spc="750" dirty="0">
                <a:solidFill>
                  <a:schemeClr val="bg1"/>
                </a:solidFill>
              </a:rPr>
            </a:br>
            <a:r>
              <a:rPr lang="en-US" sz="3200" spc="750" dirty="0">
                <a:solidFill>
                  <a:schemeClr val="bg1"/>
                </a:solidFill>
              </a:rPr>
              <a:t>DEL COMPONENTE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E417BB1-834F-8D19-FDAE-FA9D641A1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8952" y="457200"/>
            <a:ext cx="6743472" cy="595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4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BD47EA-7EC2-8077-947E-879147869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5241" y="681317"/>
            <a:ext cx="4134618" cy="3406187"/>
          </a:xfrm>
        </p:spPr>
        <p:txBody>
          <a:bodyPr vert="horz" lIns="0" tIns="0" rIns="0" bIns="0" rtlCol="0" anchor="b">
            <a:normAutofit/>
          </a:bodyPr>
          <a:lstStyle/>
          <a:p>
            <a:pPr algn="r"/>
            <a:r>
              <a:rPr lang="en-US" sz="3200" spc="750" dirty="0">
                <a:solidFill>
                  <a:schemeClr val="bg1"/>
                </a:solidFill>
              </a:rPr>
              <a:t>Creacion para el uso del componente con ionic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AC87508-DED1-C116-11BD-52288E4DE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8952" y="457200"/>
            <a:ext cx="6743472" cy="595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64056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2752CF8DCD6E4C969A9093BC3E2F45" ma:contentTypeVersion="5" ma:contentTypeDescription="Crear nuevo documento." ma:contentTypeScope="" ma:versionID="b80f76a3f58b5fbd0b22a949989bfb1c">
  <xsd:schema xmlns:xsd="http://www.w3.org/2001/XMLSchema" xmlns:xs="http://www.w3.org/2001/XMLSchema" xmlns:p="http://schemas.microsoft.com/office/2006/metadata/properties" xmlns:ns3="821315ab-849e-4de2-b22c-e69127e16eb3" targetNamespace="http://schemas.microsoft.com/office/2006/metadata/properties" ma:root="true" ma:fieldsID="f3d3391844090d354d216da969628a63" ns3:_="">
    <xsd:import namespace="821315ab-849e-4de2-b22c-e69127e16eb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1315ab-849e-4de2-b22c-e69127e16eb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64EDA8A-36D2-4C30-BD73-230E76FC74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1315ab-849e-4de2-b22c-e69127e16e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604822-AFD5-412B-90C8-0F8D7DFB60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70757E-DC6D-49D4-9FEB-7D53F1881C2A}">
  <ds:schemaRefs>
    <ds:schemaRef ds:uri="http://purl.org/dc/dcmitype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821315ab-849e-4de2-b22c-e69127e16eb3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364</Words>
  <Application>Microsoft Office PowerPoint</Application>
  <PresentationFormat>Panorámica</PresentationFormat>
  <Paragraphs>26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-apple-system</vt:lpstr>
      <vt:lpstr>Arial</vt:lpstr>
      <vt:lpstr>Avenir Next LT Pro</vt:lpstr>
      <vt:lpstr>GradientRiseVTI</vt:lpstr>
      <vt:lpstr>Explorando Componentes </vt:lpstr>
      <vt:lpstr>¿Qué es un componente? </vt:lpstr>
      <vt:lpstr>¿Para que sirve?</vt:lpstr>
      <vt:lpstr>¿Cómo se usa en el framework asignado?</vt:lpstr>
      <vt:lpstr> ¿Cuándo no es recomendable usarlo? </vt:lpstr>
      <vt:lpstr>Creacion DEL COMPONENTE </vt:lpstr>
      <vt:lpstr>Creacion para el uso del componente con ionic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Trujillo</dc:creator>
  <cp:lastModifiedBy>Carlos Trujillo</cp:lastModifiedBy>
  <cp:revision>1</cp:revision>
  <dcterms:created xsi:type="dcterms:W3CDTF">2025-03-25T13:39:41Z</dcterms:created>
  <dcterms:modified xsi:type="dcterms:W3CDTF">2025-03-25T14:45:40Z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0x010100FB2752CF8DCD6E4C969A9093BC3E2F45</vt:lpwstr>
  </property>
</Properties>
</file>